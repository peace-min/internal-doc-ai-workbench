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en-US" smtClean="0"/>
              <a:t>10/30/2013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sz="2400"/>
              <a:t>VM QA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sz="2400"/>
              <a:t> Budget 950 </a:t>
            </a:r>
            <a:r>
              <a:rPr lang="en-US" b="0" sz="2400"/>
              <a:t>approved.</a:t>
            </a:r>
          </a:p>
          <a:p>
            <a:r>
              <a:rPr lang="en-US" b="0" sz="2400"/>
              <a:t>Delivery 2026 confirmed.</a:t>
            </a:r>
          </a:p>
        </p:txBody>
      </p:sp>
    </p:spTree>
    <p:extLst>
      <p:ext uri="{BB962C8B-B14F-4D97-AF65-F5344CB8AC3E}">
        <ns2:creationId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Arial</vt:lpstr>
      <vt:lpstr>Office Theme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</cp:coreProperties>
</file>